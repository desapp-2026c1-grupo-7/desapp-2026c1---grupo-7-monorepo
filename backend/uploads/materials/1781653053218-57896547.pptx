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1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6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6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8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6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5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7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2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2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9F2E9-5321-4ACF-9B7A-38E1D8511E1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280EB-DCC0-46F6-A258-3CEC1A2FD3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3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mtClean="0"/>
              <a:t>BDD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Una base de datos es un sistema estructurado para almacenar, organizar y gestionar grandes volúmenes de información digital. Permite consultar, agregar o modificar datos de forma rápida y segura, siendo el motor detrás de aplicaciones web, bancos, redes sociales y plataformas de comercio electrónico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75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BDD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BDD</dc:title>
  <dc:creator>Drahex</dc:creator>
  <cp:lastModifiedBy>Drahex</cp:lastModifiedBy>
  <cp:revision>1</cp:revision>
  <dcterms:created xsi:type="dcterms:W3CDTF">2026-06-09T21:21:03Z</dcterms:created>
  <dcterms:modified xsi:type="dcterms:W3CDTF">2026-06-09T21:21:24Z</dcterms:modified>
</cp:coreProperties>
</file>